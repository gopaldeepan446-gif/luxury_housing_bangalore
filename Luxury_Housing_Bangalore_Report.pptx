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Luxury Housing Sales Analysis – Bengaluru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Dashboard Report | 2023–2025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This report presents a business-focused analysis of Bengaluru’s luxury housing market from 2023 to 2025.</a:t>
            </a:r>
          </a:p>
          <a:p>
            <a:endParaRPr/>
          </a:p>
          <a:p>
            <a:r>
              <a:t>It integrates Python, SQL, and Power BI to deliver insights on:</a:t>
            </a:r>
          </a:p>
          <a:p>
            <a:r>
              <a:t>- Sales performance by builder and micro-market</a:t>
            </a:r>
          </a:p>
          <a:p>
            <a:r>
              <a:t>- Buyer preferences and booking patterns</a:t>
            </a:r>
          </a:p>
          <a:p>
            <a:r>
              <a:t>- Amenity-driven demand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Data Cleaning – Python (Pandas, NumPy)</a:t>
            </a:r>
          </a:p>
          <a:p>
            <a:r>
              <a:t>2. Data Preprocessing – Feature transformation and standardization</a:t>
            </a:r>
          </a:p>
          <a:p>
            <a:r>
              <a:t>3. SQL Warehousing – KPI and metric queries in MySQL</a:t>
            </a:r>
          </a:p>
          <a:p>
            <a:r>
              <a:t>4. Power BI Visualization – Interactive dashboards</a:t>
            </a:r>
          </a:p>
          <a:p>
            <a:r>
              <a:t>5. Business Insights – Performance and trend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Usefulness of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- Developers: Identify profitable micro-markets and optimize pricing.</a:t>
            </a:r>
          </a:p>
          <a:p>
            <a:r>
              <a:t>- Buyers: Understand popular locations and property trends.</a:t>
            </a:r>
          </a:p>
          <a:p>
            <a:r>
              <a:t>- Investors: Target high-performing luxury zones.</a:t>
            </a:r>
          </a:p>
          <a:p>
            <a:r>
              <a:t>- Agencies: Improve campaigns and conversion rates.</a:t>
            </a:r>
          </a:p>
          <a:p>
            <a:r>
              <a:t>- Planners: Guide infrastructure based on demand clusters.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Tools: Python (Pandas, NumPy), MySQL, Power BI</a:t>
            </a:r>
          </a:p>
          <a:p>
            <a:r>
              <a:t>Techniques: Data Cleaning, EDA, SQL Querying, KPI Modeling</a:t>
            </a:r>
          </a:p>
          <a:p>
            <a:r>
              <a:t>Visuals: Line Charts, Maps, KPI Cards, Donut Charts</a:t>
            </a:r>
          </a:p>
          <a:p>
            <a:r>
              <a:t>Metrics: Avg Ticket Size, Total Sales, Booking Conversion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5-11-05 at 11.46.2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6" y="677333"/>
            <a:ext cx="8972127" cy="47074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5-11-05 at 11.47.24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27" y="829733"/>
            <a:ext cx="8717281" cy="484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59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214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Luxury Housing Sales Analysis – Bengaluru</vt:lpstr>
      <vt:lpstr>Executive Summary</vt:lpstr>
      <vt:lpstr>Data Pipeline Summary</vt:lpstr>
      <vt:lpstr>Real-world Usefulness of Insights</vt:lpstr>
      <vt:lpstr>Methods &amp; Tools Used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Luxury Housing Sales Analysis – Bengaluru</dc:title>
  <dc:subject/>
  <dc:creator>Welcome</dc:creator>
  <cp:keywords/>
  <dc:description>generated using python-pptx</dc:description>
  <cp:lastModifiedBy>Welcome</cp:lastModifiedBy>
  <cp:revision>3</cp:revision>
  <dcterms:created xsi:type="dcterms:W3CDTF">2013-01-27T09:14:16Z</dcterms:created>
  <dcterms:modified xsi:type="dcterms:W3CDTF">2025-11-05T18:39:07Z</dcterms:modified>
  <cp:category/>
</cp:coreProperties>
</file>